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slideLayouts/slideLayout4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10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theme/theme11.xml" ContentType="application/vnd.openxmlformats-officedocument.theme+xml"/>
  <Override PartName="/ppt/slides/slide92.xml" ContentType="application/vnd.openxmlformats-officedocument.presentationml.slide+xml"/>
  <Override PartName="/ppt/diagrams/layout11.xml" ContentType="application/vnd.openxmlformats-officedocument.drawingml.diagramLayout+xml"/>
  <Override PartName="/ppt/diagrams/data11.xml" ContentType="application/vnd.openxmlformats-officedocument.drawingml.diagramData+xml"/>
  <Override PartName="/ppt/diagrams/drawing1.xml" ContentType="application/vnd.ms-office.drawingml.diagramDrawing+xml"/>
  <Override PartName="/ppt/diagrams/colors11.xml" ContentType="application/vnd.openxmlformats-officedocument.drawingml.diagramColors+xml"/>
  <Override PartName="/ppt/diagrams/quickStyle11.xml" ContentType="application/vnd.openxmlformats-officedocument.drawingml.diagramStyle+xml"/>
  <Override PartName="/ppt/notesMasters/notesMaster11.xml" ContentType="application/vnd.openxmlformats-officedocument.presentationml.notesMaster+xml"/>
  <Override PartName="/ppt/theme/theme22.xml" ContentType="application/vnd.openxmlformats-officedocument.theme+xml"/>
  <Override PartName="/customXml/item3.xml" ContentType="application/xml"/>
  <Override PartName="/customXml/itemProps31.xml" ContentType="application/vnd.openxmlformats-officedocument.customXmlProperties+xml"/>
  <Override PartName="/ppt/presProps.xml" ContentType="application/vnd.openxmlformats-officedocument.presentationml.presProps+xml"/>
  <Override PartName="/ppt/slides/slide33.xml" ContentType="application/vnd.openxmlformats-officedocument.presentationml.slide+xml"/>
  <Override PartName="/ppt/slides/slide84.xml" ContentType="application/vnd.openxmlformats-officedocument.presentationml.slide+xml"/>
  <Override PartName="/ppt/slides/slide135.xml" ContentType="application/vnd.openxmlformats-officedocument.presentationml.slide+xml"/>
  <Override PartName="/ppt/authors.xml" ContentType="application/vnd.ms-powerpoint.authors+xml"/>
  <Override PartName="/customXml/item22.xml" ContentType="application/xml"/>
  <Override PartName="/customXml/itemProps22.xml" ContentType="application/vnd.openxmlformats-officedocument.customXmlProperties+xml"/>
  <Override PartName="/ppt/slides/slide126.xml" ContentType="application/vnd.openxmlformats-officedocument.presentationml.slide+xml"/>
  <Override PartName="/ppt/commentAuthors.xml" ContentType="application/vnd.openxmlformats-officedocument.presentationml.commentAuthors+xml"/>
  <Override PartName="/customXml/item13.xml" ContentType="application/xml"/>
  <Override PartName="/customXml/itemProps13.xml" ContentType="application/vnd.openxmlformats-officedocument.customXmlProperties+xml"/>
  <Override PartName="/ppt/slides/slide27.xml" ContentType="application/vnd.openxmlformats-officedocument.presentationml.slide+xml"/>
  <Override PartName="/ppt/slides/slide78.xml" ContentType="application/vnd.openxmlformats-officedocument.presentationml.slide+xml"/>
  <Override PartName="/ppt/tableStyles.xml" ContentType="application/vnd.openxmlformats-officedocument.presentationml.tableStyles+xml"/>
  <Override PartName="/ppt/slides/slide19.xml" ContentType="application/vnd.openxmlformats-officedocument.presentationml.slide+xml"/>
  <Override PartName="/ppt/slides/slide1110.xml" ContentType="application/vnd.openxmlformats-officedocument.presentationml.slide+xml"/>
  <Override PartName="/ppt/slides/slide611.xml" ContentType="application/vnd.openxmlformats-officedocument.presentationml.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ppt/slides/slide512.xml" ContentType="application/vnd.openxmlformats-officedocument.presentationml.slide+xml"/>
  <Override PartName="/ppt/slides/slide1013.xml" ContentType="application/vnd.openxmlformats-officedocument.presentationml.slide+xml"/>
  <Override PartName="/ppt/viewProps.xml" ContentType="application/vnd.openxmlformats-officedocument.presentationml.viewProps+xml"/>
  <Override PartName="/docMetadata/LabelInfo.xml" ContentType="application/vnd.ms-office.classificationlabel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Relationship Type="http://schemas.microsoft.com/office/2020/02/relationships/classificationlabels" Target="/docMetadata/LabelInfo.xml" Id="rId5" /><Relationship Type="http://schemas.openxmlformats.org/officeDocument/2006/relationships/custom-properties" Target="/docProps/custom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5" r:id="rId5"/>
    <p:sldId id="326" r:id="rId6"/>
    <p:sldId id="259" r:id="rId7"/>
    <p:sldId id="257" r:id="rId8"/>
    <p:sldId id="261" r:id="rId9"/>
    <p:sldId id="258" r:id="rId10"/>
    <p:sldId id="263" r:id="rId11"/>
    <p:sldId id="264" r:id="rId12"/>
    <p:sldId id="265" r:id="rId13"/>
    <p:sldId id="268" r:id="rId14"/>
    <p:sldId id="267" r:id="rId15"/>
    <p:sldId id="266" r:id="rId16"/>
    <p:sldId id="340" r:id="rId17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/>
    <p:restoredTop sz="94240" autoAdjust="0"/>
  </p:normalViewPr>
  <p:slideViewPr>
    <p:cSldViewPr snapToGrid="0">
      <p:cViewPr varScale="1">
        <p:scale>
          <a:sx n="105" d="100"/>
          <a:sy n="105" d="100"/>
        </p:scale>
        <p:origin x="768" y="10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8" /><Relationship Type="http://schemas.openxmlformats.org/officeDocument/2006/relationships/slide" Target="/ppt/slides/slide92.xml" Id="rId13" /><Relationship Type="http://schemas.openxmlformats.org/officeDocument/2006/relationships/notesMaster" Target="/ppt/notesMasters/notesMaster11.xml" Id="rId18" /><Relationship Type="http://schemas.openxmlformats.org/officeDocument/2006/relationships/customXml" Target="/customXml/item3.xml" Id="rId3" /><Relationship Type="http://schemas.openxmlformats.org/officeDocument/2006/relationships/presProps" Target="/ppt/presProps.xml" Id="rId21" /><Relationship Type="http://schemas.openxmlformats.org/officeDocument/2006/relationships/slide" Target="/ppt/slides/slide33.xml" Id="rId7" /><Relationship Type="http://schemas.openxmlformats.org/officeDocument/2006/relationships/slide" Target="/ppt/slides/slide84.xml" Id="rId12" /><Relationship Type="http://schemas.openxmlformats.org/officeDocument/2006/relationships/slide" Target="/ppt/slides/slide135.xml" Id="rId17" /><Relationship Type="http://schemas.microsoft.com/office/2018/10/relationships/authors" Target="/ppt/authors.xml" Id="rId25" /><Relationship Type="http://schemas.openxmlformats.org/officeDocument/2006/relationships/customXml" Target="/customXml/item22.xml" Id="rId2" /><Relationship Type="http://schemas.openxmlformats.org/officeDocument/2006/relationships/slide" Target="/ppt/slides/slide126.xml" Id="rId16" /><Relationship Type="http://schemas.openxmlformats.org/officeDocument/2006/relationships/commentAuthors" Target="/ppt/commentAuthors.xml" Id="rId20" /><Relationship Type="http://schemas.openxmlformats.org/officeDocument/2006/relationships/customXml" Target="/customXml/item13.xml" Id="rId1" /><Relationship Type="http://schemas.openxmlformats.org/officeDocument/2006/relationships/slide" Target="/ppt/slides/slide27.xml" Id="rId6" /><Relationship Type="http://schemas.openxmlformats.org/officeDocument/2006/relationships/slide" Target="/ppt/slides/slide78.xml" Id="rId11" /><Relationship Type="http://schemas.openxmlformats.org/officeDocument/2006/relationships/tableStyles" Target="/ppt/tableStyles.xml" Id="rId24" /><Relationship Type="http://schemas.openxmlformats.org/officeDocument/2006/relationships/slide" Target="/ppt/slides/slide19.xml" Id="rId5" /><Relationship Type="http://schemas.openxmlformats.org/officeDocument/2006/relationships/slide" Target="/ppt/slides/slide1110.xml" Id="rId15" /><Relationship Type="http://schemas.openxmlformats.org/officeDocument/2006/relationships/theme" Target="/ppt/theme/theme11.xml" Id="rId23" /><Relationship Type="http://schemas.openxmlformats.org/officeDocument/2006/relationships/slide" Target="/ppt/slides/slide611.xml" Id="rId10" /><Relationship Type="http://schemas.openxmlformats.org/officeDocument/2006/relationships/handoutMaster" Target="/ppt/handoutMasters/handoutMaster11.xml" Id="rId19" /><Relationship Type="http://schemas.openxmlformats.org/officeDocument/2006/relationships/slideMaster" Target="/ppt/slideMasters/slideMaster11.xml" Id="rId4" /><Relationship Type="http://schemas.openxmlformats.org/officeDocument/2006/relationships/slide" Target="/ppt/slides/slide512.xml" Id="rId9" /><Relationship Type="http://schemas.openxmlformats.org/officeDocument/2006/relationships/slide" Target="/ppt/slides/slide1013.xml" Id="rId14" /><Relationship Type="http://schemas.openxmlformats.org/officeDocument/2006/relationships/viewProps" Target="/ppt/viewProps.xml" Id="rId22" /></Relationships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" qsCatId="simple" csTypeId="urn:microsoft.com/office/officeart/2005/8/colors/accent1_1" csCatId="accent1" phldr="1"/>
      <dgm:spPr/>
      <dgm:t>
        <a:bodyPr rtlCol="0"/>
        <a:lstStyle/>
        <a:p>
          <a:pPr rtl="0"/>
          <a:endParaRPr lang="en-US"/>
        </a:p>
      </dgm:t>
    </dgm:pt>
    <dgm:pt modelId="{45D50368-372D-4F79-95B9-B27BD239F0F6}">
      <dgm:prSet phldrT="[Text]" custT="1"/>
      <dgm:spPr/>
      <dgm:t>
        <a:bodyPr rtlCol="0"/>
        <a:lstStyle/>
        <a:p>
          <a:pPr marL="0" algn="ctr" rtl="0">
            <a:buNone/>
          </a:pPr>
          <a:r>
            <a:rPr lang="ja" sz="1800" b="1"/>
            <a:t>展開</a:t>
          </a:r>
        </a:p>
      </dgm:t>
    </dgm:pt>
    <dgm:pt modelId="{CDE1A78B-2AE4-4A71-9139-416C219BC84D}" type="parTrans" cxnId="{68788A78-9180-41FF-BD09-BF4DBB52EA0D}">
      <dgm:prSet/>
      <dgm:spPr/>
      <dgm:t>
        <a:bodyPr rtlCol="0"/>
        <a:lstStyle/>
        <a:p>
          <a:pPr rtl="0"/>
          <a:endParaRPr lang="en-US"/>
        </a:p>
      </dgm:t>
    </dgm:pt>
    <dgm:pt modelId="{508ABF25-4B40-405C-9E88-248ED8B31B83}" type="sibTrans" cxnId="{68788A78-9180-41FF-BD09-BF4DBB52EA0D}">
      <dgm:prSet/>
      <dgm:spPr/>
      <dgm:t>
        <a:bodyPr rtlCol="0"/>
        <a:lstStyle/>
        <a:p>
          <a:pPr rtl="0"/>
          <a:endParaRPr lang="en-US"/>
        </a:p>
      </dgm:t>
    </dgm:pt>
    <dgm:pt modelId="{15FCB7DF-D0D3-43D8-8FE5-E5FFDED6264E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ja" sz="1800"/>
            <a:t>協力的成長の促進</a:t>
          </a:r>
        </a:p>
      </dgm:t>
    </dgm:pt>
    <dgm:pt modelId="{5DD5E854-B70B-4927-93DD-9B930567F2D9}" type="parTrans" cxnId="{D8EBBD42-214D-4D3D-9A34-A5A6A40991CD}">
      <dgm:prSet/>
      <dgm:spPr/>
      <dgm:t>
        <a:bodyPr rtlCol="0"/>
        <a:lstStyle/>
        <a:p>
          <a:pPr rtl="0"/>
          <a:endParaRPr lang="en-US"/>
        </a:p>
      </dgm:t>
    </dgm:pt>
    <dgm:pt modelId="{DDE76206-3F7F-4788-87BA-8C9D4D26CDB9}" type="sibTrans" cxnId="{D8EBBD42-214D-4D3D-9A34-A5A6A40991CD}">
      <dgm:prSet/>
      <dgm:spPr/>
      <dgm:t>
        <a:bodyPr rtlCol="0"/>
        <a:lstStyle/>
        <a:p>
          <a:pPr rtl="0"/>
          <a:endParaRPr lang="en-US"/>
        </a:p>
      </dgm:t>
    </dgm:pt>
    <dgm:pt modelId="{196543C5-093B-4437-B406-DBE4B882EA97}">
      <dgm:prSet phldrT="[Text]" custT="1"/>
      <dgm:spPr/>
      <dgm:t>
        <a:bodyPr rtlCol="0"/>
        <a:lstStyle/>
        <a:p>
          <a:pPr marL="0" algn="ctr" rtl="0">
            <a:buNone/>
          </a:pPr>
          <a:r>
            <a:rPr lang="ja" sz="1800" b="1"/>
            <a:t>強化</a:t>
          </a:r>
        </a:p>
      </dgm:t>
    </dgm:pt>
    <dgm:pt modelId="{41DE1F19-4A9F-48CD-A44E-6BF1D04E31EE}" type="parTrans" cxnId="{52499B9F-797A-43CC-89E1-64C52021BFAF}">
      <dgm:prSet/>
      <dgm:spPr/>
      <dgm:t>
        <a:bodyPr rtlCol="0"/>
        <a:lstStyle/>
        <a:p>
          <a:pPr rtl="0"/>
          <a:endParaRPr lang="en-US"/>
        </a:p>
      </dgm:t>
    </dgm:pt>
    <dgm:pt modelId="{F264F018-7FB9-43EC-B595-B986D351AD7B}" type="sibTrans" cxnId="{52499B9F-797A-43CC-89E1-64C52021BFAF}">
      <dgm:prSet/>
      <dgm:spPr/>
      <dgm:t>
        <a:bodyPr rtlCol="0"/>
        <a:lstStyle/>
        <a:p>
          <a:pPr rtl="0"/>
          <a:endParaRPr lang="en-US"/>
        </a:p>
      </dgm:t>
    </dgm:pt>
    <dgm:pt modelId="{C485168C-07AD-4DE6-B17E-1E96E93777D7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ja" sz="1800"/>
            <a:t>カスタマイズされたユーザー重視のエクスペリエンスの確保</a:t>
          </a:r>
        </a:p>
      </dgm:t>
    </dgm:pt>
    <dgm:pt modelId="{2EA2CE1F-978B-4B0A-92B2-CA23FBAEB8C0}" type="parTrans" cxnId="{B374803A-F1D8-4C12-8B03-25954CE7DDA9}">
      <dgm:prSet/>
      <dgm:spPr/>
      <dgm:t>
        <a:bodyPr rtlCol="0"/>
        <a:lstStyle/>
        <a:p>
          <a:pPr rtl="0"/>
          <a:endParaRPr lang="en-US"/>
        </a:p>
      </dgm:t>
    </dgm:pt>
    <dgm:pt modelId="{05F43B89-7F05-43F2-A0A8-66E0914D6EC4}" type="sibTrans" cxnId="{B374803A-F1D8-4C12-8B03-25954CE7DDA9}">
      <dgm:prSet/>
      <dgm:spPr/>
      <dgm:t>
        <a:bodyPr rtlCol="0"/>
        <a:lstStyle/>
        <a:p>
          <a:pPr rtl="0"/>
          <a:endParaRPr lang="en-US"/>
        </a:p>
      </dgm:t>
    </dgm:pt>
    <dgm:pt modelId="{CA2BABAF-EDAA-4496-8316-FD6EA3643E8F}">
      <dgm:prSet phldrT="[Text]" custT="1"/>
      <dgm:spPr/>
      <dgm:t>
        <a:bodyPr rtlCol="0"/>
        <a:lstStyle/>
        <a:p>
          <a:pPr marL="0" algn="ctr" rtl="0">
            <a:buNone/>
          </a:pPr>
          <a:r>
            <a:rPr lang="ja" sz="1800" b="1"/>
            <a:t>探索</a:t>
          </a:r>
        </a:p>
      </dgm:t>
    </dgm:pt>
    <dgm:pt modelId="{2B1B4805-2FB7-402F-86A8-587F29181C18}" type="parTrans" cxnId="{4011B082-09BD-4DD1-A54F-EA5AB249A3C2}">
      <dgm:prSet/>
      <dgm:spPr/>
      <dgm:t>
        <a:bodyPr rtlCol="0"/>
        <a:lstStyle/>
        <a:p>
          <a:pPr rtl="0"/>
          <a:endParaRPr lang="en-US"/>
        </a:p>
      </dgm:t>
    </dgm:pt>
    <dgm:pt modelId="{4498AB02-A1BF-4D28-8918-F87A89CEE23B}" type="sibTrans" cxnId="{4011B082-09BD-4DD1-A54F-EA5AB249A3C2}">
      <dgm:prSet/>
      <dgm:spPr/>
      <dgm:t>
        <a:bodyPr rtlCol="0"/>
        <a:lstStyle/>
        <a:p>
          <a:pPr rtl="0"/>
          <a:endParaRPr lang="en-US"/>
        </a:p>
      </dgm:t>
    </dgm:pt>
    <dgm:pt modelId="{ABC1EDDD-C08B-4F9C-8453-9CEFCC2AF319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ja" sz="1800"/>
            <a:t>新しいグローバル市場の活用</a:t>
          </a:r>
        </a:p>
      </dgm:t>
    </dgm:pt>
    <dgm:pt modelId="{33D02404-349E-4E82-A8BA-C0A907006883}" type="parTrans" cxnId="{9C4BE375-6187-4BD4-A343-9FC71D796AF1}">
      <dgm:prSet/>
      <dgm:spPr/>
      <dgm:t>
        <a:bodyPr rtlCol="0"/>
        <a:lstStyle/>
        <a:p>
          <a:pPr rtl="0"/>
          <a:endParaRPr lang="en-US"/>
        </a:p>
      </dgm:t>
    </dgm:pt>
    <dgm:pt modelId="{7D85D88C-6545-49D9-9F9D-01270187B165}" type="sibTrans" cxnId="{9C4BE375-6187-4BD4-A343-9FC71D796AF1}">
      <dgm:prSet/>
      <dgm:spPr/>
      <dgm:t>
        <a:bodyPr rtlCol="0"/>
        <a:lstStyle/>
        <a:p>
          <a:pPr rtl="0"/>
          <a:endParaRPr lang="en-US"/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 custScaleX="76000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9B80AA7C-AE0D-4517-8F0E-3798D9078ECA}" type="pres">
      <dgm:prSet presAssocID="{196543C5-093B-4437-B406-DBE4B882EA97}" presName="compositeB" presStyleCnt="0"/>
      <dgm:spPr/>
    </dgm:pt>
    <dgm:pt modelId="{C72ECC98-97C1-4FA6-9751-2F88545F8213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8A3CF5DF-2912-4784-8B16-20EF1087B16D}" type="pres">
      <dgm:prSet presAssocID="{196543C5-093B-4437-B406-DBE4B882EA97}" presName="circleB" presStyleLbl="node1" presStyleIdx="1" presStyleCnt="3"/>
      <dgm:spPr/>
    </dgm:pt>
    <dgm:pt modelId="{AEB44FDA-4D40-47A5-BEE0-4EF9F97BF5D2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8CEF5A46-4D3D-4D9F-B7F4-405723F5505C}" type="pres">
      <dgm:prSet presAssocID="{CA2BABAF-EDAA-4496-8316-FD6EA3643E8F}" presName="compositeA" presStyleCnt="0"/>
      <dgm:spPr/>
    </dgm:pt>
    <dgm:pt modelId="{0EA8ECEB-4BEA-4EA4-A72E-9427A4EDF870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AE8B9E76-450B-4587-ADD0-D709E0D11B62}" type="pres">
      <dgm:prSet presAssocID="{CA2BABAF-EDAA-4496-8316-FD6EA3643E8F}" presName="circleA" presStyleLbl="node1" presStyleIdx="2" presStyleCnt="3"/>
      <dgm:spPr/>
    </dgm:pt>
    <dgm:pt modelId="{7E02D670-50CE-4DE9-9D99-A3113C1CA49F}" type="pres">
      <dgm:prSet presAssocID="{CA2BABAF-EDAA-4496-8316-FD6EA3643E8F}" presName="spaceA" presStyleCnt="0"/>
      <dgm:spPr/>
    </dgm:pt>
  </dgm:ptLst>
  <dgm:cxnLst>
    <dgm:cxn modelId="{33FC2F0C-BBBC-49D9-8DB9-87CFB664B234}" type="presOf" srcId="{45D50368-372D-4F79-95B9-B27BD239F0F6}" destId="{7103C4FE-7A4B-41EF-8814-669D0064B6EF}" srcOrd="0" destOrd="0" presId="urn:microsoft.com/office/officeart/2005/8/layout/hProcess11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B93E1354-FC50-4D0F-81DD-4CEBA5959AFE}" type="presOf" srcId="{CA2BABAF-EDAA-4496-8316-FD6EA3643E8F}" destId="{0EA8ECEB-4BEA-4EA4-A72E-9427A4EDF870}" srcOrd="0" destOrd="0" presId="urn:microsoft.com/office/officeart/2005/8/layout/hProcess11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0CFCA19E-9316-4666-B978-BF8C655DDDAF}" type="presOf" srcId="{196543C5-093B-4437-B406-DBE4B882EA97}" destId="{C72ECC98-97C1-4FA6-9751-2F88545F8213}" srcOrd="0" destOrd="0" presId="urn:microsoft.com/office/officeart/2005/8/layout/hProcess1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780DCA0-97BB-47F1-AE52-A151606F1265}" type="presOf" srcId="{ABC1EDDD-C08B-4F9C-8453-9CEFCC2AF319}" destId="{0EA8ECEB-4BEA-4EA4-A72E-9427A4EDF870}" srcOrd="0" destOrd="1" presId="urn:microsoft.com/office/officeart/2005/8/layout/hProcess11"/>
    <dgm:cxn modelId="{F12E74E0-3FC7-4399-A4D7-928B7B4EA7A0}" type="presOf" srcId="{15FCB7DF-D0D3-43D8-8FE5-E5FFDED6264E}" destId="{7103C4FE-7A4B-41EF-8814-669D0064B6EF}" srcOrd="0" destOrd="1" presId="urn:microsoft.com/office/officeart/2005/8/layout/hProcess11"/>
    <dgm:cxn modelId="{60BF31ED-B4A4-412E-B0A4-FCF5721F407F}" type="presOf" srcId="{C485168C-07AD-4DE6-B17E-1E96E93777D7}" destId="{C72ECC98-97C1-4FA6-9751-2F88545F8213}" srcOrd="0" destOrd="1" presId="urn:microsoft.com/office/officeart/2005/8/layout/hProcess11"/>
    <dgm:cxn modelId="{7849C247-851C-4CEB-9B9D-59ABFE120C8A}" type="presParOf" srcId="{7F7D3F0A-88AE-44AB-92BC-B1AEC7CDD5CE}" destId="{1321859E-820F-42A1-A815-96F9E1091C18}" srcOrd="0" destOrd="0" presId="urn:microsoft.com/office/officeart/2005/8/layout/hProcess11"/>
    <dgm:cxn modelId="{BF45A60D-96FF-473A-B57F-CF56378654CB}" type="presParOf" srcId="{7F7D3F0A-88AE-44AB-92BC-B1AEC7CDD5CE}" destId="{0C0EFEA6-53DB-4B11-B914-678B897CA613}" srcOrd="1" destOrd="0" presId="urn:microsoft.com/office/officeart/2005/8/layout/hProcess11"/>
    <dgm:cxn modelId="{373F4474-FD59-4113-8085-E79F58FC39C7}" type="presParOf" srcId="{0C0EFEA6-53DB-4B11-B914-678B897CA613}" destId="{D1F8120B-2014-4539-8DB2-DF72EA65305F}" srcOrd="0" destOrd="0" presId="urn:microsoft.com/office/officeart/2005/8/layout/hProcess11"/>
    <dgm:cxn modelId="{6CA87CCD-3781-4E2F-A803-26D211F1164A}" type="presParOf" srcId="{D1F8120B-2014-4539-8DB2-DF72EA65305F}" destId="{7103C4FE-7A4B-41EF-8814-669D0064B6EF}" srcOrd="0" destOrd="0" presId="urn:microsoft.com/office/officeart/2005/8/layout/hProcess11"/>
    <dgm:cxn modelId="{2C783DC9-BCFF-47D6-B9A4-7620E681CE7B}" type="presParOf" srcId="{D1F8120B-2014-4539-8DB2-DF72EA65305F}" destId="{69242FCE-B1A3-4CB0-90C2-CB5EC309668C}" srcOrd="1" destOrd="0" presId="urn:microsoft.com/office/officeart/2005/8/layout/hProcess11"/>
    <dgm:cxn modelId="{51436E83-D55A-4252-9307-E6DD23BC71B1}" type="presParOf" srcId="{D1F8120B-2014-4539-8DB2-DF72EA65305F}" destId="{301F205F-64EC-4B0E-A2AD-D5977C935AF4}" srcOrd="2" destOrd="0" presId="urn:microsoft.com/office/officeart/2005/8/layout/hProcess11"/>
    <dgm:cxn modelId="{035DE029-A115-4D1B-B566-7C73919D30BD}" type="presParOf" srcId="{0C0EFEA6-53DB-4B11-B914-678B897CA613}" destId="{B3AB7B4B-B32A-45B9-A77C-F2AACFD79CA5}" srcOrd="1" destOrd="0" presId="urn:microsoft.com/office/officeart/2005/8/layout/hProcess11"/>
    <dgm:cxn modelId="{C147C24D-FED8-4C5F-A80D-D6D44BF366E1}" type="presParOf" srcId="{0C0EFEA6-53DB-4B11-B914-678B897CA613}" destId="{9B80AA7C-AE0D-4517-8F0E-3798D9078ECA}" srcOrd="2" destOrd="0" presId="urn:microsoft.com/office/officeart/2005/8/layout/hProcess11"/>
    <dgm:cxn modelId="{53793FBF-21A3-4D92-8C0F-F9CF0CAF6629}" type="presParOf" srcId="{9B80AA7C-AE0D-4517-8F0E-3798D9078ECA}" destId="{C72ECC98-97C1-4FA6-9751-2F88545F8213}" srcOrd="0" destOrd="0" presId="urn:microsoft.com/office/officeart/2005/8/layout/hProcess11"/>
    <dgm:cxn modelId="{CE6E8620-4AAD-4191-A9D9-F888C053CED8}" type="presParOf" srcId="{9B80AA7C-AE0D-4517-8F0E-3798D9078ECA}" destId="{8A3CF5DF-2912-4784-8B16-20EF1087B16D}" srcOrd="1" destOrd="0" presId="urn:microsoft.com/office/officeart/2005/8/layout/hProcess11"/>
    <dgm:cxn modelId="{6C95E7EA-2961-4ADE-BA5A-9B67FAC37BCE}" type="presParOf" srcId="{9B80AA7C-AE0D-4517-8F0E-3798D9078ECA}" destId="{AEB44FDA-4D40-47A5-BEE0-4EF9F97BF5D2}" srcOrd="2" destOrd="0" presId="urn:microsoft.com/office/officeart/2005/8/layout/hProcess11"/>
    <dgm:cxn modelId="{3BC5DF92-4D9B-42AA-A67F-99A3E4840255}" type="presParOf" srcId="{0C0EFEA6-53DB-4B11-B914-678B897CA613}" destId="{66B84C84-45A2-4C61-AA12-3A3F75DB82F8}" srcOrd="3" destOrd="0" presId="urn:microsoft.com/office/officeart/2005/8/layout/hProcess11"/>
    <dgm:cxn modelId="{FE27A33F-134B-4D24-AC36-DCCCF056641C}" type="presParOf" srcId="{0C0EFEA6-53DB-4B11-B914-678B897CA613}" destId="{8CEF5A46-4D3D-4D9F-B7F4-405723F5505C}" srcOrd="4" destOrd="0" presId="urn:microsoft.com/office/officeart/2005/8/layout/hProcess11"/>
    <dgm:cxn modelId="{94D75A07-120C-42AF-912B-044BD69E1C67}" type="presParOf" srcId="{8CEF5A46-4D3D-4D9F-B7F4-405723F5505C}" destId="{0EA8ECEB-4BEA-4EA4-A72E-9427A4EDF870}" srcOrd="0" destOrd="0" presId="urn:microsoft.com/office/officeart/2005/8/layout/hProcess11"/>
    <dgm:cxn modelId="{AF929006-0D84-43C4-AC24-C78F8617B9EC}" type="presParOf" srcId="{8CEF5A46-4D3D-4D9F-B7F4-405723F5505C}" destId="{AE8B9E76-450B-4587-ADD0-D709E0D11B62}" srcOrd="1" destOrd="0" presId="urn:microsoft.com/office/officeart/2005/8/layout/hProcess11"/>
    <dgm:cxn modelId="{9A93D057-5018-4672-A272-9B3DEF73DECA}" type="presParOf" srcId="{8CEF5A46-4D3D-4D9F-B7F4-405723F5505C}" destId="{7E02D670-50CE-4DE9-9D99-A3113C1CA49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932497"/>
          <a:ext cx="10077450" cy="12433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355171" y="0"/>
          <a:ext cx="2221369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" sz="1800" b="1" kern="1200"/>
            <a:t>展開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ja" sz="1800" kern="1200"/>
            <a:t>協力的成長の促進</a:t>
          </a:r>
        </a:p>
      </dsp:txBody>
      <dsp:txXfrm>
        <a:off x="355171" y="0"/>
        <a:ext cx="2221369" cy="1243330"/>
      </dsp:txXfrm>
    </dsp:sp>
    <dsp:sp modelId="{69242FCE-B1A3-4CB0-90C2-CB5EC309668C}">
      <dsp:nvSpPr>
        <dsp:cNvPr id="0" name=""/>
        <dsp:cNvSpPr/>
      </dsp:nvSpPr>
      <dsp:spPr>
        <a:xfrm>
          <a:off x="1310439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ECC98-97C1-4FA6-9751-2F88545F8213}">
      <dsp:nvSpPr>
        <dsp:cNvPr id="0" name=""/>
        <dsp:cNvSpPr/>
      </dsp:nvSpPr>
      <dsp:spPr>
        <a:xfrm>
          <a:off x="3073425" y="1864995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t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" sz="1800" b="1" kern="1200"/>
            <a:t>強化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ja" sz="1800" kern="1200"/>
            <a:t>カスタマイズされたユーザー重視のエクスペリエンスの確保</a:t>
          </a:r>
        </a:p>
      </dsp:txBody>
      <dsp:txXfrm>
        <a:off x="3073425" y="1864995"/>
        <a:ext cx="2922854" cy="1243330"/>
      </dsp:txXfrm>
    </dsp:sp>
    <dsp:sp modelId="{8A3CF5DF-2912-4784-8B16-20EF1087B16D}">
      <dsp:nvSpPr>
        <dsp:cNvPr id="0" name=""/>
        <dsp:cNvSpPr/>
      </dsp:nvSpPr>
      <dsp:spPr>
        <a:xfrm>
          <a:off x="4379436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ECEB-4BEA-4EA4-A72E-9427A4EDF870}">
      <dsp:nvSpPr>
        <dsp:cNvPr id="0" name=""/>
        <dsp:cNvSpPr/>
      </dsp:nvSpPr>
      <dsp:spPr>
        <a:xfrm>
          <a:off x="6142422" y="0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" sz="1800" b="1" kern="1200"/>
            <a:t>探索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ja" sz="1800" kern="1200"/>
            <a:t>新しいグローバル市場の活用</a:t>
          </a:r>
        </a:p>
      </dsp:txBody>
      <dsp:txXfrm>
        <a:off x="6142422" y="0"/>
        <a:ext cx="2922854" cy="1243330"/>
      </dsp:txXfrm>
    </dsp:sp>
    <dsp:sp modelId="{AE8B9E76-450B-4587-ADD0-D709E0D11B62}">
      <dsp:nvSpPr>
        <dsp:cNvPr id="0" name=""/>
        <dsp:cNvSpPr/>
      </dsp:nvSpPr>
      <dsp:spPr>
        <a:xfrm>
          <a:off x="7448433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FF95820-84BB-3447-8286-60A51307E7F2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2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08FC54-6AE4-6A4A-9756-823A0F1BE5A6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34" charset="-128"/>
        <a:ea typeface="Meiryo UI" panose="020B060403050404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1.xml" Id="rId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5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9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0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17320"/>
            <a:ext cx="10515600" cy="4023360"/>
          </a:xfrm>
        </p:spPr>
        <p:txBody>
          <a:bodyPr rtlCol="0" anchor="ctr">
            <a:normAutofit/>
          </a:bodyPr>
          <a:lstStyle>
            <a:lvl1pPr algn="ctr">
              <a:defRPr sz="5400" spc="300" baseline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6044184"/>
            <a:ext cx="9144000" cy="356616"/>
          </a:xfrm>
        </p:spPr>
        <p:txBody>
          <a:bodyPr rtlCol="0">
            <a:normAutofit/>
          </a:bodyPr>
          <a:lstStyle>
            <a:lvl1pPr marL="0" indent="0" algn="ctr">
              <a:buNone/>
              <a:defRPr sz="2400" cap="all" baseline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ja"/>
              <a:t>マスター サブタイトルの書式設定</a:t>
            </a:r>
          </a:p>
        </p:txBody>
      </p:sp>
      <p:sp>
        <p:nvSpPr>
          <p:cNvPr id="14" name="長方形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側の画像を含む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リーフォーム:図形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1097280"/>
            <a:ext cx="4114800" cy="2286000"/>
          </a:xfrm>
        </p:spPr>
        <p:txBody>
          <a:bodyPr rtlCol="0">
            <a:normAutofit/>
          </a:bodyPr>
          <a:lstStyle>
            <a:lvl1pPr>
              <a:defRPr sz="3200" spc="300" baseline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3566160"/>
            <a:ext cx="4114800" cy="2651760"/>
          </a:xfrm>
        </p:spPr>
        <p:txBody>
          <a:bodyPr rtlCol="0"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defRPr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defRPr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defRPr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defRPr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7" name="図プレースホルダー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直線​​コネクタ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サブタイトル + 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1248" y="2697480"/>
            <a:ext cx="10515600" cy="2606040"/>
          </a:xfrm>
        </p:spPr>
        <p:txBody>
          <a:bodyPr rtlCol="0" anchor="ctr">
            <a:normAutofit/>
          </a:bodyPr>
          <a:lstStyle>
            <a:lvl1pPr algn="ctr">
              <a:defRPr sz="54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248" y="6044184"/>
            <a:ext cx="10515600" cy="457200"/>
          </a:xfrm>
        </p:spPr>
        <p:txBody>
          <a:bodyPr rtlCol="0">
            <a:normAutofit/>
          </a:bodyPr>
          <a:lstStyle>
            <a:lvl1pPr marL="0" indent="0" algn="ctr">
              <a:buNone/>
              <a:defRPr sz="24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ja"/>
              <a:t>マスター サブタイトルの書式設定</a:t>
            </a:r>
          </a:p>
        </p:txBody>
      </p:sp>
      <p:sp>
        <p:nvSpPr>
          <p:cNvPr id="7" name="図プレースホルダー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2" name="長方形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フリーフォーム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8408" y="1143000"/>
            <a:ext cx="10241280" cy="2286000"/>
          </a:xfrm>
        </p:spPr>
        <p:txBody>
          <a:bodyPr rtlCol="0" anchor="b">
            <a:normAutofit/>
          </a:bodyPr>
          <a:lstStyle>
            <a:lvl1pPr algn="ctr">
              <a:defRPr sz="54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5688" y="3803904"/>
            <a:ext cx="8046720" cy="914400"/>
          </a:xfrm>
        </p:spPr>
        <p:txBody>
          <a:bodyPr rtlCol="0">
            <a:normAutofit/>
          </a:bodyPr>
          <a:lstStyle>
            <a:lvl1pPr marL="0" indent="0" algn="ctr">
              <a:buNone/>
              <a:defRPr sz="24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ja"/>
              <a:t>マスター サブタイトルの書式設定</a:t>
            </a:r>
          </a:p>
        </p:txBody>
      </p:sp>
      <p:sp>
        <p:nvSpPr>
          <p:cNvPr id="16" name="長方形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画像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84248" y="1920240"/>
            <a:ext cx="8229600" cy="3017520"/>
          </a:xfrm>
        </p:spPr>
        <p:txBody>
          <a:bodyPr rtlCol="0" anchor="ctr">
            <a:normAutofit/>
          </a:bodyPr>
          <a:lstStyle>
            <a:lvl1pPr algn="ctr">
              <a:defRPr sz="54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+ 画像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長方形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3931920"/>
            <a:ext cx="5029200" cy="1828800"/>
          </a:xfrm>
        </p:spPr>
        <p:txBody>
          <a:bodyPr rtlCol="0" anchor="b" anchorCtr="0">
            <a:normAutofit/>
          </a:bodyPr>
          <a:lstStyle>
            <a:lvl1pPr>
              <a:defRPr sz="32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9" name="図プレースホルダー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5472" y="731520"/>
            <a:ext cx="4306824" cy="5394960"/>
          </a:xfrm>
        </p:spPr>
        <p:txBody>
          <a:bodyPr rtlCol="0"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buClr>
                <a:schemeClr val="tx1"/>
              </a:buClr>
              <a:buSzPct val="80000"/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buClr>
                <a:schemeClr val="tx1"/>
              </a:buClr>
              <a:buSzPct val="80000"/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buClr>
                <a:schemeClr val="tx1"/>
              </a:buClr>
              <a:buSzPct val="80000"/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buClr>
                <a:schemeClr val="tx1"/>
              </a:buClr>
              <a:buSzPct val="80000"/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直線​​コネクタ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 (薄い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>
            <a:normAutofit/>
          </a:bodyPr>
          <a:lstStyle>
            <a:lvl1pPr>
              <a:defRPr sz="32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直線​​コネクタ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 (緑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>
            <a:normAutofit/>
          </a:bodyPr>
          <a:lstStyle>
            <a:lvl1pPr>
              <a:defRPr sz="32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buClr>
                <a:schemeClr val="tx1"/>
              </a:buClr>
              <a:buSzPct val="80000"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buClr>
                <a:schemeClr val="tx1"/>
              </a:buClr>
              <a:buSzPct val="80000"/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buClr>
                <a:schemeClr val="tx1"/>
              </a:buClr>
              <a:buSzPct val="80000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buClr>
                <a:schemeClr val="tx1"/>
              </a:buClr>
              <a:buSzPct val="80000"/>
              <a:defRPr sz="11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buClr>
                <a:schemeClr val="tx1"/>
              </a:buClr>
              <a:buSzPct val="80000"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buClr>
                <a:schemeClr val="tx1"/>
              </a:buClr>
              <a:buSzPct val="80000"/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buClr>
                <a:schemeClr val="tx1"/>
              </a:buClr>
              <a:buSzPct val="80000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buClr>
                <a:schemeClr val="tx1"/>
              </a:buClr>
              <a:buSzPct val="80000"/>
              <a:defRPr sz="11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直線​​コネクタ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結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rtlCol="0" anchor="ctr">
            <a:normAutofit/>
          </a:bodyPr>
          <a:lstStyle>
            <a:lvl1pPr algn="ctr">
              <a:defRPr sz="54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11" name="図プレースホルダー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rtlCol="0"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72768" y="6044184"/>
            <a:ext cx="9116568" cy="365760"/>
          </a:xfrm>
        </p:spPr>
        <p:txBody>
          <a:bodyPr rtlCol="0" anchor="t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 rtl="0"/>
            <a:r>
              <a:rPr lang="ja"/>
              <a:t>クリックしてマスター テキストのスタイルを編集</a:t>
            </a:r>
          </a:p>
        </p:txBody>
      </p:sp>
      <p:sp>
        <p:nvSpPr>
          <p:cNvPr id="3" name="長方形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長方形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0096" y="1097280"/>
            <a:ext cx="6217920" cy="1828800"/>
          </a:xfrm>
        </p:spPr>
        <p:txBody>
          <a:bodyPr rtlCol="0">
            <a:normAutofit/>
          </a:bodyPr>
          <a:lstStyle>
            <a:lvl1pPr>
              <a:defRPr sz="3200" spc="3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40096" y="3429000"/>
            <a:ext cx="6217920" cy="2743200"/>
          </a:xfrm>
        </p:spPr>
        <p:txBody>
          <a:bodyPr rtlCol="0"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buSzPct val="80000"/>
              <a:defRPr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buSzPct val="80000"/>
              <a:defRPr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buSzPct val="80000"/>
              <a:defRPr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buSzPct val="80000"/>
              <a:defRPr spc="0" baseline="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直線​​コネクタ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1097280"/>
            <a:ext cx="5029200" cy="1828800"/>
          </a:xfrm>
        </p:spPr>
        <p:txBody>
          <a:bodyPr rtlCol="0" anchor="t" anchorCtr="0">
            <a:normAutofit/>
          </a:bodyPr>
          <a:lstStyle>
            <a:lvl1pPr>
              <a:defRPr sz="32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buSzPct val="80000"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buSzPct val="80000"/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buSzPct val="80000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buSzPct val="80000"/>
              <a:defRPr sz="11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10" name="コンテンツ プレースホルダー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buSzPct val="80000"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buSzPct val="80000"/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buSzPct val="80000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buSzPct val="80000"/>
              <a:defRPr sz="11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cxnSp>
        <p:nvCxnSpPr>
          <p:cNvPr id="11" name="直線​​コネクタ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コンテンツ (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1097280"/>
            <a:ext cx="9820656" cy="914400"/>
          </a:xfrm>
        </p:spPr>
        <p:txBody>
          <a:bodyPr rtlCol="0" anchor="t" anchorCtr="0">
            <a:normAutofit/>
          </a:bodyPr>
          <a:lstStyle>
            <a:lvl1pPr>
              <a:defRPr sz="32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10" name="コンテンツ プレースホルダー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371600"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 marL="1828800"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 marL="2286000">
              <a:buSzPct val="80000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cxnSp>
        <p:nvCxnSpPr>
          <p:cNvPr id="11" name="直線​​コネクタ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1097280"/>
            <a:ext cx="9601200" cy="914400"/>
          </a:xfrm>
        </p:spPr>
        <p:txBody>
          <a:bodyPr rtlCol="0" anchor="t" anchorCtr="0">
            <a:normAutofit/>
          </a:bodyPr>
          <a:lstStyle>
            <a:lvl1pPr>
              <a:defRPr sz="32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rtl="0"/>
            <a:r>
              <a:rPr lang="ja"/>
              <a:t>マスター タイトルの書式設定</a:t>
            </a: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cxnSp>
        <p:nvCxnSpPr>
          <p:cNvPr id="7" name="直線​​コネクタ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8" /><Relationship Type="http://schemas.openxmlformats.org/officeDocument/2006/relationships/slideLayout" Target="/ppt/slideLayouts/slideLayout133.xml" Id="rId13" /><Relationship Type="http://schemas.openxmlformats.org/officeDocument/2006/relationships/slideLayout" Target="/ppt/slideLayouts/slideLayout34.xml" Id="rId3" /><Relationship Type="http://schemas.openxmlformats.org/officeDocument/2006/relationships/slideLayout" Target="/ppt/slideLayouts/slideLayout75.xml" Id="rId7" /><Relationship Type="http://schemas.openxmlformats.org/officeDocument/2006/relationships/slideLayout" Target="/ppt/slideLayouts/slideLayout126.xml" Id="rId12" /><Relationship Type="http://schemas.openxmlformats.org/officeDocument/2006/relationships/slideLayout" Target="/ppt/slideLayouts/slideLayout27.xml" Id="rId2" /><Relationship Type="http://schemas.openxmlformats.org/officeDocument/2006/relationships/slideLayout" Target="/ppt/slideLayouts/slideLayout18.xml" Id="rId1" /><Relationship Type="http://schemas.openxmlformats.org/officeDocument/2006/relationships/slideLayout" Target="/ppt/slideLayouts/slideLayout69.xml" Id="rId6" /><Relationship Type="http://schemas.openxmlformats.org/officeDocument/2006/relationships/slideLayout" Target="/ppt/slideLayouts/slideLayout1110.xml" Id="rId11" /><Relationship Type="http://schemas.openxmlformats.org/officeDocument/2006/relationships/slideLayout" Target="/ppt/slideLayouts/slideLayout511.xml" Id="rId5" /><Relationship Type="http://schemas.openxmlformats.org/officeDocument/2006/relationships/slideLayout" Target="/ppt/slideLayouts/slideLayout1012.xml" Id="rId10" /><Relationship Type="http://schemas.openxmlformats.org/officeDocument/2006/relationships/slideLayout" Target="/ppt/slideLayouts/slideLayout41.xml" Id="rId4" /><Relationship Type="http://schemas.openxmlformats.org/officeDocument/2006/relationships/slideLayout" Target="/ppt/slideLayouts/slideLayout913.xml" Id="rId9" /><Relationship Type="http://schemas.openxmlformats.org/officeDocument/2006/relationships/theme" Target="/ppt/theme/theme11.xml" Id="rId14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rtl="0"/>
            <a:r>
              <a:rPr lang="ja"/>
              <a:t>クリックしてマスター タイトルのスタイルを編集する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ja"/>
              <a:t>クリックしてマスター テキストのスタイルを編集</a:t>
            </a:r>
          </a:p>
          <a:p>
            <a:pPr lvl="1" rtl="0"/>
            <a:r>
              <a:rPr lang="ja"/>
              <a:t>第 2 レベル</a:t>
            </a:r>
          </a:p>
          <a:p>
            <a:pPr lvl="2" rtl="0"/>
            <a:r>
              <a:rPr lang="ja"/>
              <a:t>第 3 レベル</a:t>
            </a:r>
          </a:p>
          <a:p>
            <a:pPr lvl="3" rtl="0"/>
            <a:r>
              <a:rPr lang="ja"/>
              <a:t>第 4 レベル</a:t>
            </a:r>
          </a:p>
          <a:p>
            <a:pPr lvl="4" rtl="0"/>
            <a:r>
              <a:rPr lang="ja"/>
              <a:t>第 5 レベル</a:t>
            </a:r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22.jpeg" Id="rId2" /><Relationship Type="http://schemas.openxmlformats.org/officeDocument/2006/relationships/slideLayout" Target="/ppt/slideLayouts/slideLayout27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image" Target="/ppt/media/image32.png" Id="rId2" /><Relationship Type="http://schemas.openxmlformats.org/officeDocument/2006/relationships/slideLayout" Target="/ppt/slideLayouts/slideLayout34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1.xml" Id="rId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image" Target="/ppt/media/image63.jpeg" Id="rId2" /><Relationship Type="http://schemas.openxmlformats.org/officeDocument/2006/relationships/slideLayout" Target="/ppt/slideLayouts/slideLayout75.xml" Id="rId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diagramLayout" Target="/ppt/diagrams/layout11.xml" Id="rId3" /><Relationship Type="http://schemas.openxmlformats.org/officeDocument/2006/relationships/diagramData" Target="/ppt/diagrams/data11.xml" Id="rId2" /><Relationship Type="http://schemas.openxmlformats.org/officeDocument/2006/relationships/slideLayout" Target="/ppt/slideLayouts/slideLayout913.xml" Id="rId1" /><Relationship Type="http://schemas.microsoft.com/office/2007/relationships/diagramDrawing" Target="/ppt/diagrams/drawing1.xml" Id="rId6" /><Relationship Type="http://schemas.openxmlformats.org/officeDocument/2006/relationships/diagramColors" Target="/ppt/diagrams/colors11.xml" Id="rId5" /><Relationship Type="http://schemas.openxmlformats.org/officeDocument/2006/relationships/diagramQuickStyle" Target="/ppt/diagrams/quickStyle11.xml" Id="rId4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6.xml" Id="rId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image" Target="/ppt/media/image7.jpeg" Id="rId2" /><Relationship Type="http://schemas.openxmlformats.org/officeDocument/2006/relationships/slideLayout" Target="/ppt/slideLayouts/slideLayout133.xml" Id="rId1" /></Relationships>
</file>

<file path=ppt/slides/_rels/slide512.xml.rels>&#65279;<?xml version="1.0" encoding="utf-8"?><Relationships xmlns="http://schemas.openxmlformats.org/package/2006/relationships"><Relationship Type="http://schemas.openxmlformats.org/officeDocument/2006/relationships/image" Target="/ppt/media/image44.png" Id="rId2" /><Relationship Type="http://schemas.openxmlformats.org/officeDocument/2006/relationships/slideLayout" Target="/ppt/slideLayouts/slideLayout511.xml" Id="rId1" /></Relationships>
</file>

<file path=ppt/slides/_rels/slide611.xml.rels>&#65279;<?xml version="1.0" encoding="utf-8"?><Relationships xmlns="http://schemas.openxmlformats.org/package/2006/relationships"><Relationship Type="http://schemas.openxmlformats.org/officeDocument/2006/relationships/image" Target="/ppt/media/image53.png" Id="rId2" /><Relationship Type="http://schemas.openxmlformats.org/officeDocument/2006/relationships/slideLayout" Target="/ppt/slideLayouts/slideLayout69.xml" Id="rId1" /></Relationships>
</file>

<file path=ppt/slides/_rels/slide10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12.xml" Id="rId1" /></Relationships>
</file>

<file path=ppt/slides/_rels/slide1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10.xml" Id="rId1" 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rtlCol="0">
            <a:normAutofit/>
          </a:bodyPr>
          <a:lstStyle/>
          <a:p>
            <a:pPr rtl="0"/>
            <a:r>
              <a:rPr lang="ja"/>
              <a:t>科学的な発見</a:t>
            </a:r>
          </a:p>
        </p:txBody>
      </p:sp>
      <p:sp>
        <p:nvSpPr>
          <p:cNvPr id="2" name="サブタイトル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rtl="0"/>
            <a:r>
              <a:rPr lang="ja"/>
              <a:t>Aidyn Zhanbolat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 rtlCol="0">
            <a:normAutofit/>
          </a:bodyPr>
          <a:lstStyle/>
          <a:p>
            <a:pPr rtl="0"/>
            <a:r>
              <a:rPr lang="ja"/>
              <a:t>議題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 vert="horz" lIns="0" tIns="0" rIns="0" bIns="0" rtlCol="0" anchor="t">
            <a:normAutofit/>
          </a:bodyPr>
          <a:lstStyle/>
          <a:p>
            <a:pPr rtl="0"/>
            <a:r>
              <a:rPr lang="ja"/>
              <a:t>会社情報</a:t>
            </a:r>
          </a:p>
          <a:p>
            <a:pPr rtl="0"/>
            <a:r>
              <a:rPr lang="ja"/>
              <a:t>製品の概要</a:t>
            </a:r>
          </a:p>
          <a:p>
            <a:pPr rtl="0"/>
            <a:r>
              <a:rPr lang="ja"/>
              <a:t>市場の概要</a:t>
            </a:r>
          </a:p>
          <a:p>
            <a:pPr rtl="0"/>
            <a:r>
              <a:rPr lang="ja"/>
              <a:t>成長戦略</a:t>
            </a:r>
          </a:p>
          <a:p>
            <a:pPr rtl="0"/>
            <a:r>
              <a:rPr lang="ja"/>
              <a:t>概要</a:t>
            </a:r>
          </a:p>
        </p:txBody>
      </p:sp>
      <p:pic>
        <p:nvPicPr>
          <p:cNvPr id="8" name="図プレースホルダー 7" descr="フラスコ内の色素に拡散するピペット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rtlCol="0" anchor="ctr" anchorCtr="0">
            <a:normAutofit/>
          </a:bodyPr>
          <a:lstStyle/>
          <a:p>
            <a:pPr rtl="0"/>
            <a:r>
              <a:rPr lang="ja"/>
              <a:t>会社情報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ja"/>
              <a:t>先進的なソリューションで業界の変革を目指す</a:t>
            </a:r>
          </a:p>
        </p:txBody>
      </p:sp>
      <p:pic>
        <p:nvPicPr>
          <p:cNvPr id="10" name="図プレースホルダー 9" descr="泡のクローズ アップ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  <a:noFill/>
        </p:spPr>
        <p:txBody>
          <a:bodyPr rtlCol="0" anchor="b" anchorCtr="0">
            <a:normAutofit/>
          </a:bodyPr>
          <a:lstStyle/>
          <a:p>
            <a:pPr rtl="0"/>
            <a:r>
              <a:rPr lang="ja"/>
              <a:t>製品の概要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ja"/>
              <a:t>機能性と使いやすさを兼ね備え、業務の合理化と効率化を実現します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ja"/>
              <a:t>市場の比較</a:t>
            </a:r>
          </a:p>
        </p:txBody>
      </p:sp>
      <p:pic>
        <p:nvPicPr>
          <p:cNvPr id="6" name="図プレースホルダー 17" descr="試験管を見ている科学者">
            <a:extLst>
              <a:ext uri="{FF2B5EF4-FFF2-40B4-BE49-F238E27FC236}">
                <a16:creationId xmlns:a16="http://schemas.microsoft.com/office/drawing/2014/main" id="{23F775E2-246C-F1D2-C3A0-D4C55F65CC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  <a:noFill/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ja"/>
              <a:t>市場で目立つ</a:t>
            </a:r>
          </a:p>
          <a:p>
            <a:pPr rtl="0"/>
            <a:r>
              <a:rPr lang="ja"/>
              <a:t>革新的な機能</a:t>
            </a:r>
          </a:p>
          <a:p>
            <a:pPr rtl="0"/>
            <a:r>
              <a:rPr lang="ja"/>
              <a:t>独自のソリューションを提供</a:t>
            </a:r>
          </a:p>
          <a:p>
            <a:pPr rtl="0"/>
            <a:r>
              <a:rPr lang="ja"/>
              <a:t>競合他社に対する優位性</a:t>
            </a:r>
          </a:p>
          <a:p>
            <a:pPr rtl="0"/>
            <a:r>
              <a:rPr lang="ja"/>
              <a:t>ユーザー重視のデザイン</a:t>
            </a:r>
          </a:p>
          <a:p>
            <a:pPr rtl="0"/>
            <a:r>
              <a:rPr lang="ja"/>
              <a:t>ユーザー エクスペリエンスを優先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rtlCol="0" anchor="t" anchorCtr="0">
            <a:normAutofit/>
          </a:bodyPr>
          <a:lstStyle/>
          <a:p>
            <a:pPr rtl="0"/>
            <a:r>
              <a:rPr lang="ja"/>
              <a:t>競争状況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rmAutofit/>
          </a:bodyPr>
          <a:lstStyle/>
          <a:p>
            <a:pPr rtl="0"/>
            <a:r>
              <a:rPr lang="ja"/>
              <a:t>強力な市場プレゼンス</a:t>
            </a:r>
          </a:p>
          <a:p>
            <a:pPr rtl="0"/>
            <a:r>
              <a:rPr lang="ja"/>
              <a:t>市場リーダーとしての地位を確立</a:t>
            </a:r>
          </a:p>
          <a:p>
            <a:pPr rtl="0"/>
            <a:r>
              <a:rPr lang="ja"/>
              <a:t>堅牢なインフラストラクチャの活用</a:t>
            </a:r>
          </a:p>
          <a:p>
            <a:pPr rtl="0"/>
            <a:r>
              <a:rPr lang="ja"/>
              <a:t>専任の専門家チーム</a:t>
            </a:r>
          </a:p>
          <a:p>
            <a:pPr rtl="0"/>
            <a:r>
              <a:rPr lang="ja"/>
              <a:t>競合他社を上回る</a:t>
            </a:r>
          </a:p>
          <a:p>
            <a:pPr rtl="0"/>
            <a:r>
              <a:rPr lang="ja"/>
              <a:t>高いブランド名認知度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rmAutofit/>
          </a:bodyPr>
          <a:lstStyle/>
          <a:p>
            <a:pPr marL="0" indent="0" rtl="0">
              <a:buNone/>
            </a:pPr>
            <a:r>
              <a:rPr lang="ja"/>
              <a:t>ニーズ:</a:t>
            </a:r>
          </a:p>
          <a:p>
            <a:pPr rtl="0"/>
            <a:r>
              <a:rPr lang="ja"/>
              <a:t>俊敏性と適応性の向上</a:t>
            </a:r>
          </a:p>
          <a:p>
            <a:pPr rtl="0"/>
            <a:r>
              <a:rPr lang="ja"/>
              <a:t>競争力の強化</a:t>
            </a:r>
          </a:p>
          <a:p>
            <a:pPr rtl="0"/>
            <a:r>
              <a:rPr lang="ja"/>
              <a:t>迅速な適応能力</a:t>
            </a:r>
          </a:p>
          <a:p>
            <a:pPr rtl="0"/>
            <a:r>
              <a:rPr lang="ja"/>
              <a:t>トレンドに先行する</a:t>
            </a:r>
          </a:p>
          <a:p>
            <a:pPr rtl="0"/>
            <a:r>
              <a:rPr lang="ja"/>
              <a:t>オファリングの継続的な改善</a:t>
            </a:r>
          </a:p>
          <a:p>
            <a:pPr rtl="0"/>
            <a:r>
              <a:rPr lang="ja"/>
              <a:t>ユーザー フィードバックの統合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  <a:noFill/>
        </p:spPr>
        <p:txBody>
          <a:bodyPr rtlCol="0" anchor="t" anchorCtr="0">
            <a:normAutofit/>
          </a:bodyPr>
          <a:lstStyle/>
          <a:p>
            <a:pPr rtl="0"/>
            <a:r>
              <a:rPr lang="ja"/>
              <a:t>成長戦略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ja"/>
              <a:t>戦略的パートナーシップを介した市場リーチの拡大</a:t>
            </a:r>
          </a:p>
          <a:p>
            <a:pPr rtl="0"/>
            <a:r>
              <a:rPr lang="ja"/>
              <a:t>ユーザー フィードバックに基づく製品機能の強化</a:t>
            </a:r>
          </a:p>
          <a:p>
            <a:pPr rtl="0"/>
            <a:r>
              <a:rPr lang="ja"/>
              <a:t>国際市場機会の探索</a:t>
            </a:r>
          </a:p>
        </p:txBody>
      </p:sp>
      <p:graphicFrame>
        <p:nvGraphicFramePr>
          <p:cNvPr id="5" name="コンテンツ プレースホルダー 4" descr="ベーシックなタイムライン SmartArt グラフィック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3408372"/>
              </p:ext>
            </p:extLst>
          </p:nvPr>
        </p:nvGraphicFramePr>
        <p:xfrm>
          <a:off x="1279525" y="3173413"/>
          <a:ext cx="10077450" cy="310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rtlCol="0" anchor="t" anchorCtr="0">
            <a:normAutofit/>
          </a:bodyPr>
          <a:lstStyle/>
          <a:p>
            <a:pPr rtl="0"/>
            <a:r>
              <a:rPr lang="ja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lnSpcReduction="10000"/>
          </a:bodyPr>
          <a:lstStyle/>
          <a:p>
            <a:pPr rtl="0"/>
            <a:r>
              <a:rPr lang="ja"/>
              <a:t>この製品により、Adatum Corporation は動的な市場で成功を収める地位を確立しています。 </a:t>
            </a:r>
          </a:p>
          <a:p>
            <a:pPr rtl="0"/>
            <a:r>
              <a:rPr lang="ja"/>
              <a:t>イノベーション、ユーザー エクスペリエンス、戦略的成長に重点を置いて、来年には新たな高みに到達する見込みです。</a:t>
            </a:r>
          </a:p>
          <a:p>
            <a:pPr rtl="0"/>
            <a:r>
              <a:rPr lang="ja"/>
              <a:t>当社の業務のあらゆる側面は、ユーザー満足度に対するコミットメントに裏打ちされています。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lnSpcReduction="10000"/>
          </a:bodyPr>
          <a:lstStyle/>
          <a:p>
            <a:pPr rtl="0"/>
            <a:r>
              <a:rPr lang="ja"/>
              <a:t>強力な市場での地位確立</a:t>
            </a:r>
          </a:p>
          <a:p>
            <a:pPr rtl="0"/>
            <a:r>
              <a:rPr lang="ja"/>
              <a:t>堅牢な成長戦略</a:t>
            </a:r>
          </a:p>
          <a:p>
            <a:pPr rtl="0"/>
            <a:r>
              <a:rPr lang="ja"/>
              <a:t>革新的な製品開発</a:t>
            </a:r>
          </a:p>
          <a:p>
            <a:pPr rtl="0"/>
            <a:r>
              <a:rPr lang="ja"/>
              <a:t>ユーザー満足度に対するコミットメント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rtlCol="0" anchor="ctr" anchorCtr="0">
            <a:normAutofit/>
          </a:bodyPr>
          <a:lstStyle/>
          <a:p>
            <a:pPr rtl="0"/>
            <a:r>
              <a:rPr lang="ja"/>
              <a:t>ありがとうございます</a:t>
            </a:r>
          </a:p>
        </p:txBody>
      </p:sp>
      <p:pic>
        <p:nvPicPr>
          <p:cNvPr id="7" name="図プレースホルダー 25" descr="実験や科学的調査のためにシャーレで培養されたバクテリア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rtlCol="0" anchor="t" anchorCtr="0">
            <a:normAutofit fontScale="85000" lnSpcReduction="10000"/>
          </a:bodyPr>
          <a:lstStyle/>
          <a:p>
            <a:pPr rtl="0"/>
            <a:r>
              <a:rPr lang="ja"/>
              <a:t>Aidyn zhanbolat | Aidyn@adatum.com | www.adatum.com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ja"/>
              <a:t>製品の利点</a:t>
            </a:r>
          </a:p>
        </p:txBody>
      </p:sp>
      <p:pic>
        <p:nvPicPr>
          <p:cNvPr id="16" name="図プレースホルダー 15" descr="3 つのガラス瓶の上のピペット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ja"/>
              <a:t>生産性の向上</a:t>
            </a:r>
          </a:p>
          <a:p>
            <a:pPr rtl="0"/>
            <a:r>
              <a:rPr lang="ja"/>
              <a:t>シームレスな統合</a:t>
            </a:r>
          </a:p>
          <a:p>
            <a:pPr rtl="0"/>
            <a:r>
              <a:rPr lang="ja"/>
              <a:t>強化されたユーザー エクスペリエンス</a:t>
            </a:r>
          </a:p>
          <a:p>
            <a:pPr rtl="0"/>
            <a:r>
              <a:rPr lang="ja"/>
              <a:t>将来の成長に対応する拡張性</a:t>
            </a:r>
          </a:p>
          <a:p>
            <a:pPr rtl="0"/>
            <a:r>
              <a:rPr lang="ja"/>
              <a:t>ユーザー フレンドリーな学習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7" descr="白い DNA 構造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rtlCol="0" anchor="ctr" anchorCtr="0">
            <a:normAutofit/>
          </a:bodyPr>
          <a:lstStyle/>
          <a:p>
            <a:pPr rtl="0"/>
            <a:r>
              <a:rPr lang="ja"/>
              <a:t>市場の概要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0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rtlCol="0" anchor="t" anchorCtr="0">
            <a:normAutofit/>
          </a:bodyPr>
          <a:lstStyle/>
          <a:p>
            <a:pPr rtl="0"/>
            <a:r>
              <a:rPr lang="ja"/>
              <a:t>牽引力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ja"/>
              <a:t>製品発表</a:t>
            </a:r>
          </a:p>
          <a:p>
            <a:pPr lvl="1" rtl="0"/>
            <a:r>
              <a:rPr lang="ja"/>
              <a:t>製品の市場投入の成功</a:t>
            </a:r>
          </a:p>
          <a:p>
            <a:pPr rtl="0"/>
            <a:r>
              <a:rPr lang="ja"/>
              <a:t>10,000 ユーザー マイルストーン</a:t>
            </a:r>
          </a:p>
          <a:p>
            <a:pPr lvl="1" rtl="0"/>
            <a:r>
              <a:rPr lang="ja"/>
              <a:t>需要の増加を示す、大規模なユーザー基盤</a:t>
            </a:r>
          </a:p>
          <a:p>
            <a:pPr rtl="0"/>
            <a:r>
              <a:rPr lang="ja"/>
              <a:t>戦略的パートナーシップ</a:t>
            </a:r>
          </a:p>
          <a:p>
            <a:pPr lvl="1" rtl="0"/>
            <a:r>
              <a:rPr lang="ja"/>
              <a:t>市場のプレゼンスと機能の拡大</a:t>
            </a:r>
          </a:p>
        </p:txBody>
      </p:sp>
      <p:graphicFrame>
        <p:nvGraphicFramePr>
          <p:cNvPr id="3" name="表プレースホルダー 2">
            <a:extLst>
              <a:ext uri="{FF2B5EF4-FFF2-40B4-BE49-F238E27FC236}">
                <a16:creationId xmlns:a16="http://schemas.microsoft.com/office/drawing/2014/main" id="{B20B0B18-4396-F037-6C24-F75EAFC0EC9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0461082"/>
              </p:ext>
            </p:extLst>
          </p:nvPr>
        </p:nvGraphicFramePr>
        <p:xfrm>
          <a:off x="6227763" y="2378075"/>
          <a:ext cx="4645024" cy="3429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49815">
                  <a:extLst>
                    <a:ext uri="{9D8B030D-6E8A-4147-A177-3AD203B41FA5}">
                      <a16:colId xmlns:a16="http://schemas.microsoft.com/office/drawing/2014/main" val="4076170109"/>
                    </a:ext>
                  </a:extLst>
                </a:gridCol>
                <a:gridCol w="1295209">
                  <a:extLst>
                    <a:ext uri="{9D8B030D-6E8A-4147-A177-3AD203B41FA5}">
                      <a16:colId xmlns:a16="http://schemas.microsoft.com/office/drawing/2014/main" val="185843454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 sz="2400"/>
                        <a:t>マイルストーン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 sz="2400"/>
                        <a:t>四半期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3924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製品発表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第 1 四半期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526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10,000 ユーザー マイルストーン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第 2 四半期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027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戦略的パートナーシップ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第 3 四半期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3386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ja"/>
                        <a:t>キャンペーンの開始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第 4 四半期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49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rtlCol="0" anchor="t" anchorCtr="0">
            <a:normAutofit/>
          </a:bodyPr>
          <a:lstStyle/>
          <a:p>
            <a:pPr rtl="0"/>
            <a:r>
              <a:rPr lang="ja"/>
              <a:t>財務</a:t>
            </a:r>
          </a:p>
        </p:txBody>
      </p:sp>
      <p:graphicFrame>
        <p:nvGraphicFramePr>
          <p:cNvPr id="4" name="表プレースホルダー 3">
            <a:extLst>
              <a:ext uri="{FF2B5EF4-FFF2-40B4-BE49-F238E27FC236}">
                <a16:creationId xmlns:a16="http://schemas.microsoft.com/office/drawing/2014/main" id="{3D656E99-B779-DE99-D5CB-E0B0F8C3584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94512839"/>
              </p:ext>
            </p:extLst>
          </p:nvPr>
        </p:nvGraphicFramePr>
        <p:xfrm>
          <a:off x="1279525" y="2378075"/>
          <a:ext cx="9620248" cy="3429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05062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 sz="2400"/>
                        <a:t>四半期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 sz="2400"/>
                        <a:t>収益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 sz="2400"/>
                        <a:t>経費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 sz="2400"/>
                        <a:t>純利益 ($)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第 1 四半期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$150,000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第 2 四半期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第 3 四半期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$400,000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$150,000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第 4 四半期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"/>
                        <a:t>$100,000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theme/theme11.xml><?xml version="1.0" encoding="utf-8"?>
<a:theme xmlns:a="http://schemas.openxmlformats.org/drawingml/2006/main" name="ユーザー設定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3" id="{70008AEC-EDED-4511-BBCB-3094E155874B}" vid="{20F39DC6-8556-4458-8AAA-5D2B51347CD2}"/>
    </a:ext>
  </a:extLst>
</a:theme>
</file>

<file path=ppt/theme/theme2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753</ap:TotalTime>
  <ap:Words>1017</ap:Words>
  <ap:Application>Microsoft Office PowerPoint</ap:Application>
  <ap:PresentationFormat>Widescreen</ap:PresentationFormat>
  <ap:Paragraphs>98</ap:Paragraphs>
  <ap:Slides>13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ap:HeadingPairs>
  <ap:TitlesOfParts>
    <vt:vector baseType="lpstr" size="20">
      <vt:lpstr>Meiryo UI</vt:lpstr>
      <vt:lpstr>Arial</vt:lpstr>
      <vt:lpstr>Calibri</vt:lpstr>
      <vt:lpstr>Courier New</vt:lpstr>
      <vt:lpstr>Daytona Condensed Light</vt:lpstr>
      <vt:lpstr>Posterama</vt:lpstr>
      <vt:lpstr>ユーザー設定</vt:lpstr>
      <vt:lpstr>科学的な発見</vt:lpstr>
      <vt:lpstr>議題</vt:lpstr>
      <vt:lpstr>会社情報</vt:lpstr>
      <vt:lpstr>製品の概要</vt:lpstr>
      <vt:lpstr>製品の利点</vt:lpstr>
      <vt:lpstr>市場の概要</vt:lpstr>
      <vt:lpstr>市場の比較</vt:lpstr>
      <vt:lpstr>競争状況</vt:lpstr>
      <vt:lpstr>成長戦略</vt:lpstr>
      <vt:lpstr>牽引力</vt:lpstr>
      <vt:lpstr>財務</vt:lpstr>
      <vt:lpstr>概要</vt:lpstr>
      <vt:lpstr>ありがとうございます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Ziv Yang</cp:lastModifiedBy>
  <cp:revision>1</cp:revision>
  <dcterms:created xsi:type="dcterms:W3CDTF">2022-10-10T06:51:53Z</dcterms:created>
  <dcterms:modified xsi:type="dcterms:W3CDTF">2024-12-13T03:17:05Z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